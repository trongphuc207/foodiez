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League Spartan" charset="1" panose="00000800000000000000"/>
      <p:regular r:id="rId37"/>
    </p:embeddedFont>
    <p:embeddedFont>
      <p:font typeface="Glacial Indifference" charset="1" panose="00000000000000000000"/>
      <p:regular r:id="rId38"/>
    </p:embeddedFont>
    <p:embeddedFont>
      <p:font typeface="Noto Sans Bold" charset="1" panose="020B0802040504020204"/>
      <p:regular r:id="rId39"/>
    </p:embeddedFont>
    <p:embeddedFont>
      <p:font typeface="Canva Sans Bold" charset="1" panose="020B0803030501040103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png" Type="http://schemas.openxmlformats.org/officeDocument/2006/relationships/image"/><Relationship Id="rId23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3.png" Type="http://schemas.openxmlformats.org/officeDocument/2006/relationships/image"/><Relationship Id="rId17" Target="../media/image4.svg" Type="http://schemas.openxmlformats.org/officeDocument/2006/relationships/image"/><Relationship Id="rId18" Target="../media/image33.png" Type="http://schemas.openxmlformats.org/officeDocument/2006/relationships/image"/><Relationship Id="rId19" Target="../media/image34.svg" Type="http://schemas.openxmlformats.org/officeDocument/2006/relationships/image"/><Relationship Id="rId2" Target="../media/image1.png" Type="http://schemas.openxmlformats.org/officeDocument/2006/relationships/image"/><Relationship Id="rId20" Target="../media/image35.png" Type="http://schemas.openxmlformats.org/officeDocument/2006/relationships/image"/><Relationship Id="rId21" Target="../media/image36.sv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4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8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5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5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.png" Type="http://schemas.openxmlformats.org/officeDocument/2006/relationships/image"/><Relationship Id="rId13" Target="../media/image4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16" Target="../media/image35.png" Type="http://schemas.openxmlformats.org/officeDocument/2006/relationships/image"/><Relationship Id="rId17" Target="../media/image36.svg" Type="http://schemas.openxmlformats.org/officeDocument/2006/relationships/image"/><Relationship Id="rId18" Target="../media/image52.png" Type="http://schemas.openxmlformats.org/officeDocument/2006/relationships/image"/><Relationship Id="rId19" Target="../media/image53.svg" Type="http://schemas.openxmlformats.org/officeDocument/2006/relationships/image"/><Relationship Id="rId2" Target="../media/image1.png" Type="http://schemas.openxmlformats.org/officeDocument/2006/relationships/image"/><Relationship Id="rId20" Target="../media/image54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15.png" Type="http://schemas.openxmlformats.org/officeDocument/2006/relationships/image"/><Relationship Id="rId15" Target="../media/image16.svg" Type="http://schemas.openxmlformats.org/officeDocument/2006/relationships/image"/><Relationship Id="rId16" Target="../media/image3.png" Type="http://schemas.openxmlformats.org/officeDocument/2006/relationships/image"/><Relationship Id="rId17" Target="../media/image4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21.png" Type="http://schemas.openxmlformats.org/officeDocument/2006/relationships/image"/><Relationship Id="rId21" Target="../media/image22.svg" Type="http://schemas.openxmlformats.org/officeDocument/2006/relationships/image"/><Relationship Id="rId3" Target="../media/image2.svg" Type="http://schemas.openxmlformats.org/officeDocument/2006/relationships/image"/><Relationship Id="rId4" Target="../media/image55.png" Type="http://schemas.openxmlformats.org/officeDocument/2006/relationships/image"/><Relationship Id="rId5" Target="../media/image56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03874">
            <a:off x="14156503" y="7744576"/>
            <a:ext cx="4817894" cy="5084849"/>
          </a:xfrm>
          <a:custGeom>
            <a:avLst/>
            <a:gdLst/>
            <a:ahLst/>
            <a:cxnLst/>
            <a:rect r="r" b="b" t="t" l="l"/>
            <a:pathLst>
              <a:path h="5084849" w="4817894">
                <a:moveTo>
                  <a:pt x="0" y="0"/>
                </a:moveTo>
                <a:lnTo>
                  <a:pt x="4817894" y="0"/>
                </a:lnTo>
                <a:lnTo>
                  <a:pt x="4817894" y="5084848"/>
                </a:lnTo>
                <a:lnTo>
                  <a:pt x="0" y="5084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291851">
            <a:off x="15826705" y="-1761052"/>
            <a:ext cx="3898773" cy="4114800"/>
          </a:xfrm>
          <a:custGeom>
            <a:avLst/>
            <a:gdLst/>
            <a:ahLst/>
            <a:cxnLst/>
            <a:rect r="r" b="b" t="t" l="l"/>
            <a:pathLst>
              <a:path h="4114800" w="3898773">
                <a:moveTo>
                  <a:pt x="0" y="0"/>
                </a:moveTo>
                <a:lnTo>
                  <a:pt x="3898773" y="0"/>
                </a:lnTo>
                <a:lnTo>
                  <a:pt x="38987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289414">
            <a:off x="-1719858" y="7325611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9526054" y="2091845"/>
            <a:ext cx="7733246" cy="8195155"/>
          </a:xfrm>
          <a:custGeom>
            <a:avLst/>
            <a:gdLst/>
            <a:ahLst/>
            <a:cxnLst/>
            <a:rect r="r" b="b" t="t" l="l"/>
            <a:pathLst>
              <a:path h="8195155" w="7733246">
                <a:moveTo>
                  <a:pt x="7733246" y="0"/>
                </a:moveTo>
                <a:lnTo>
                  <a:pt x="0" y="0"/>
                </a:lnTo>
                <a:lnTo>
                  <a:pt x="0" y="8195155"/>
                </a:lnTo>
                <a:lnTo>
                  <a:pt x="7733246" y="8195155"/>
                </a:lnTo>
                <a:lnTo>
                  <a:pt x="7733246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21752">
            <a:off x="6159453" y="2805130"/>
            <a:ext cx="1956881" cy="2007057"/>
          </a:xfrm>
          <a:custGeom>
            <a:avLst/>
            <a:gdLst/>
            <a:ahLst/>
            <a:cxnLst/>
            <a:rect r="r" b="b" t="t" l="l"/>
            <a:pathLst>
              <a:path h="2007057" w="1956881">
                <a:moveTo>
                  <a:pt x="0" y="0"/>
                </a:moveTo>
                <a:lnTo>
                  <a:pt x="1956881" y="0"/>
                </a:lnTo>
                <a:lnTo>
                  <a:pt x="1956881" y="2007057"/>
                </a:lnTo>
                <a:lnTo>
                  <a:pt x="0" y="20070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559260">
            <a:off x="2254476" y="1507647"/>
            <a:ext cx="3014581" cy="4952084"/>
          </a:xfrm>
          <a:custGeom>
            <a:avLst/>
            <a:gdLst/>
            <a:ahLst/>
            <a:cxnLst/>
            <a:rect r="r" b="b" t="t" l="l"/>
            <a:pathLst>
              <a:path h="4952084" w="3014581">
                <a:moveTo>
                  <a:pt x="0" y="0"/>
                </a:moveTo>
                <a:lnTo>
                  <a:pt x="3014581" y="0"/>
                </a:lnTo>
                <a:lnTo>
                  <a:pt x="3014581" y="4952084"/>
                </a:lnTo>
                <a:lnTo>
                  <a:pt x="0" y="49520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4445" y="5320896"/>
            <a:ext cx="6987261" cy="2602755"/>
          </a:xfrm>
          <a:custGeom>
            <a:avLst/>
            <a:gdLst/>
            <a:ahLst/>
            <a:cxnLst/>
            <a:rect r="r" b="b" t="t" l="l"/>
            <a:pathLst>
              <a:path h="2602755" w="6987261">
                <a:moveTo>
                  <a:pt x="0" y="0"/>
                </a:moveTo>
                <a:lnTo>
                  <a:pt x="6987261" y="0"/>
                </a:lnTo>
                <a:lnTo>
                  <a:pt x="6987261" y="2602755"/>
                </a:lnTo>
                <a:lnTo>
                  <a:pt x="0" y="26027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370209">
            <a:off x="7259498" y="5647036"/>
            <a:ext cx="1956881" cy="2007057"/>
          </a:xfrm>
          <a:custGeom>
            <a:avLst/>
            <a:gdLst/>
            <a:ahLst/>
            <a:cxnLst/>
            <a:rect r="r" b="b" t="t" l="l"/>
            <a:pathLst>
              <a:path h="2007057" w="1956881">
                <a:moveTo>
                  <a:pt x="0" y="0"/>
                </a:moveTo>
                <a:lnTo>
                  <a:pt x="1956881" y="0"/>
                </a:lnTo>
                <a:lnTo>
                  <a:pt x="1956881" y="2007057"/>
                </a:lnTo>
                <a:lnTo>
                  <a:pt x="0" y="200705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289414">
            <a:off x="4951411" y="-5037118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18578" y="5584155"/>
            <a:ext cx="5480236" cy="186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36"/>
              </a:lnSpc>
            </a:pPr>
            <a:r>
              <a:rPr lang="en-US" sz="10883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 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19149" y="3032518"/>
            <a:ext cx="4085236" cy="186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36"/>
              </a:lnSpc>
            </a:pPr>
            <a:r>
              <a:rPr lang="en-US" sz="10883">
                <a:solidFill>
                  <a:srgbClr val="2244B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-5805336">
            <a:off x="9372183" y="30644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2968457">
            <a:off x="17226671" y="-838134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8993957">
            <a:off x="-309747" y="8792039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2833469">
            <a:off x="16757895" y="8817735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805336">
            <a:off x="6564998" y="-1587209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823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345113">
            <a:off x="9215868" y="893820"/>
            <a:ext cx="7667638" cy="2856195"/>
          </a:xfrm>
          <a:custGeom>
            <a:avLst/>
            <a:gdLst/>
            <a:ahLst/>
            <a:cxnLst/>
            <a:rect r="r" b="b" t="t" l="l"/>
            <a:pathLst>
              <a:path h="2856195" w="7667638">
                <a:moveTo>
                  <a:pt x="7667638" y="0"/>
                </a:moveTo>
                <a:lnTo>
                  <a:pt x="0" y="0"/>
                </a:lnTo>
                <a:lnTo>
                  <a:pt x="0" y="2856195"/>
                </a:lnTo>
                <a:lnTo>
                  <a:pt x="7667638" y="2856195"/>
                </a:lnTo>
                <a:lnTo>
                  <a:pt x="76676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49779">
            <a:off x="1346072" y="701749"/>
            <a:ext cx="8562962" cy="3189703"/>
          </a:xfrm>
          <a:custGeom>
            <a:avLst/>
            <a:gdLst/>
            <a:ahLst/>
            <a:cxnLst/>
            <a:rect r="r" b="b" t="t" l="l"/>
            <a:pathLst>
              <a:path h="3189703" w="8562962">
                <a:moveTo>
                  <a:pt x="0" y="0"/>
                </a:moveTo>
                <a:lnTo>
                  <a:pt x="8562962" y="0"/>
                </a:lnTo>
                <a:lnTo>
                  <a:pt x="8562962" y="3189704"/>
                </a:lnTo>
                <a:lnTo>
                  <a:pt x="0" y="3189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628520" y="5143500"/>
            <a:ext cx="2298265" cy="2357195"/>
          </a:xfrm>
          <a:custGeom>
            <a:avLst/>
            <a:gdLst/>
            <a:ahLst/>
            <a:cxnLst/>
            <a:rect r="r" b="b" t="t" l="l"/>
            <a:pathLst>
              <a:path h="2357195" w="2298265">
                <a:moveTo>
                  <a:pt x="0" y="0"/>
                </a:moveTo>
                <a:lnTo>
                  <a:pt x="2298265" y="0"/>
                </a:lnTo>
                <a:lnTo>
                  <a:pt x="2298265" y="2357195"/>
                </a:lnTo>
                <a:lnTo>
                  <a:pt x="0" y="23571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0800000">
            <a:off x="3554333" y="5099935"/>
            <a:ext cx="2478899" cy="2542461"/>
          </a:xfrm>
          <a:custGeom>
            <a:avLst/>
            <a:gdLst/>
            <a:ahLst/>
            <a:cxnLst/>
            <a:rect r="r" b="b" t="t" l="l"/>
            <a:pathLst>
              <a:path h="2542461" w="2478899">
                <a:moveTo>
                  <a:pt x="2478900" y="0"/>
                </a:moveTo>
                <a:lnTo>
                  <a:pt x="0" y="0"/>
                </a:lnTo>
                <a:lnTo>
                  <a:pt x="0" y="2542461"/>
                </a:lnTo>
                <a:lnTo>
                  <a:pt x="2478900" y="2542461"/>
                </a:lnTo>
                <a:lnTo>
                  <a:pt x="247890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6471493" y="5000649"/>
            <a:ext cx="2672507" cy="2741033"/>
          </a:xfrm>
          <a:custGeom>
            <a:avLst/>
            <a:gdLst/>
            <a:ahLst/>
            <a:cxnLst/>
            <a:rect r="r" b="b" t="t" l="l"/>
            <a:pathLst>
              <a:path h="2741033" w="2672507">
                <a:moveTo>
                  <a:pt x="0" y="0"/>
                </a:moveTo>
                <a:lnTo>
                  <a:pt x="2672507" y="0"/>
                </a:lnTo>
                <a:lnTo>
                  <a:pt x="2672507" y="2741033"/>
                </a:lnTo>
                <a:lnTo>
                  <a:pt x="0" y="27410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344746">
            <a:off x="10555799" y="1268508"/>
            <a:ext cx="5003989" cy="1467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17"/>
              </a:lnSpc>
            </a:pPr>
            <a:r>
              <a:rPr lang="en-US" sz="8583">
                <a:solidFill>
                  <a:srgbClr val="2244B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180 phút</a:t>
            </a:r>
          </a:p>
        </p:txBody>
      </p:sp>
      <p:sp>
        <p:nvSpPr>
          <p:cNvPr name="TextBox 9" id="9"/>
          <p:cNvSpPr txBox="true"/>
          <p:nvPr/>
        </p:nvSpPr>
        <p:spPr>
          <a:xfrm rot="-149779">
            <a:off x="2191331" y="967930"/>
            <a:ext cx="6863319" cy="1866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36"/>
              </a:lnSpc>
            </a:pPr>
            <a:r>
              <a:rPr lang="en-US" sz="10883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Timeline</a:t>
            </a:r>
          </a:p>
        </p:txBody>
      </p:sp>
      <p:sp>
        <p:nvSpPr>
          <p:cNvPr name="TextBox 10" id="10"/>
          <p:cNvSpPr txBox="true"/>
          <p:nvPr/>
        </p:nvSpPr>
        <p:spPr>
          <a:xfrm rot="-358876">
            <a:off x="808712" y="5317984"/>
            <a:ext cx="2116521" cy="166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3151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Analyze &amp; Select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420887">
            <a:off x="3724565" y="5527754"/>
            <a:ext cx="2251565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Design Test Cases</a:t>
            </a:r>
          </a:p>
        </p:txBody>
      </p:sp>
      <p:sp>
        <p:nvSpPr>
          <p:cNvPr name="TextBox 12" id="12"/>
          <p:cNvSpPr txBox="true"/>
          <p:nvPr/>
        </p:nvSpPr>
        <p:spPr>
          <a:xfrm rot="-436571">
            <a:off x="6591400" y="5420365"/>
            <a:ext cx="2406266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Generate Test Code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0800000">
            <a:off x="12452709" y="5143500"/>
            <a:ext cx="2765663" cy="2836577"/>
          </a:xfrm>
          <a:custGeom>
            <a:avLst/>
            <a:gdLst/>
            <a:ahLst/>
            <a:cxnLst/>
            <a:rect r="r" b="b" t="t" l="l"/>
            <a:pathLst>
              <a:path h="2836577" w="2765663">
                <a:moveTo>
                  <a:pt x="0" y="0"/>
                </a:moveTo>
                <a:lnTo>
                  <a:pt x="2765663" y="0"/>
                </a:lnTo>
                <a:lnTo>
                  <a:pt x="2765663" y="2836577"/>
                </a:lnTo>
                <a:lnTo>
                  <a:pt x="0" y="28365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true" flipV="false" rot="-10800000">
            <a:off x="9582150" y="5124357"/>
            <a:ext cx="2654404" cy="2722465"/>
          </a:xfrm>
          <a:custGeom>
            <a:avLst/>
            <a:gdLst/>
            <a:ahLst/>
            <a:cxnLst/>
            <a:rect r="r" b="b" t="t" l="l"/>
            <a:pathLst>
              <a:path h="2722465" w="2654404">
                <a:moveTo>
                  <a:pt x="2654404" y="0"/>
                </a:moveTo>
                <a:lnTo>
                  <a:pt x="0" y="0"/>
                </a:lnTo>
                <a:lnTo>
                  <a:pt x="0" y="2722465"/>
                </a:lnTo>
                <a:lnTo>
                  <a:pt x="2654404" y="2722465"/>
                </a:lnTo>
                <a:lnTo>
                  <a:pt x="265440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420887">
            <a:off x="9801253" y="5558158"/>
            <a:ext cx="2251565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Debug Tests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-10800000">
            <a:off x="15522337" y="4898460"/>
            <a:ext cx="2765663" cy="2836577"/>
          </a:xfrm>
          <a:custGeom>
            <a:avLst/>
            <a:gdLst/>
            <a:ahLst/>
            <a:cxnLst/>
            <a:rect r="r" b="b" t="t" l="l"/>
            <a:pathLst>
              <a:path h="2836577" w="2765663">
                <a:moveTo>
                  <a:pt x="0" y="0"/>
                </a:moveTo>
                <a:lnTo>
                  <a:pt x="2765663" y="0"/>
                </a:lnTo>
                <a:lnTo>
                  <a:pt x="2765663" y="2836578"/>
                </a:lnTo>
                <a:lnTo>
                  <a:pt x="0" y="283657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-436571">
            <a:off x="12739656" y="5671396"/>
            <a:ext cx="2112118" cy="1844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Optimization &amp; Mocking</a:t>
            </a:r>
          </a:p>
        </p:txBody>
      </p:sp>
      <p:sp>
        <p:nvSpPr>
          <p:cNvPr name="TextBox 18" id="18"/>
          <p:cNvSpPr txBox="true"/>
          <p:nvPr/>
        </p:nvSpPr>
        <p:spPr>
          <a:xfrm rot="-436571">
            <a:off x="15614391" y="5483314"/>
            <a:ext cx="2694479" cy="1812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9"/>
              </a:lnSpc>
            </a:pPr>
            <a:r>
              <a:rPr lang="en-US" sz="3435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Documentation &amp; Demo</a:t>
            </a:r>
          </a:p>
          <a:p>
            <a:pPr algn="l">
              <a:lnSpc>
                <a:spcPts val="4809"/>
              </a:lnSpc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0477500" y="4372130"/>
            <a:ext cx="1191505" cy="1310497"/>
            <a:chOff x="0" y="0"/>
            <a:chExt cx="812800" cy="89397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93971"/>
            </a:xfrm>
            <a:custGeom>
              <a:avLst/>
              <a:gdLst/>
              <a:ahLst/>
              <a:cxnLst/>
              <a:rect r="r" b="b" t="t" l="l"/>
              <a:pathLst>
                <a:path h="893971" w="812800">
                  <a:moveTo>
                    <a:pt x="406400" y="0"/>
                  </a:moveTo>
                  <a:cubicBezTo>
                    <a:pt x="181951" y="0"/>
                    <a:pt x="0" y="200122"/>
                    <a:pt x="0" y="446986"/>
                  </a:cubicBezTo>
                  <a:cubicBezTo>
                    <a:pt x="0" y="693849"/>
                    <a:pt x="181951" y="893971"/>
                    <a:pt x="406400" y="893971"/>
                  </a:cubicBezTo>
                  <a:cubicBezTo>
                    <a:pt x="630849" y="893971"/>
                    <a:pt x="812800" y="693849"/>
                    <a:pt x="812800" y="446986"/>
                  </a:cubicBezTo>
                  <a:cubicBezTo>
                    <a:pt x="812800" y="20012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063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-20965"/>
              <a:ext cx="660400" cy="83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2244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282590" y="4282419"/>
            <a:ext cx="1191505" cy="1310497"/>
            <a:chOff x="0" y="0"/>
            <a:chExt cx="812800" cy="8939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93971"/>
            </a:xfrm>
            <a:custGeom>
              <a:avLst/>
              <a:gdLst/>
              <a:ahLst/>
              <a:cxnLst/>
              <a:rect r="r" b="b" t="t" l="l"/>
              <a:pathLst>
                <a:path h="893971" w="812800">
                  <a:moveTo>
                    <a:pt x="406400" y="0"/>
                  </a:moveTo>
                  <a:cubicBezTo>
                    <a:pt x="181951" y="0"/>
                    <a:pt x="0" y="200122"/>
                    <a:pt x="0" y="446986"/>
                  </a:cubicBezTo>
                  <a:cubicBezTo>
                    <a:pt x="0" y="693849"/>
                    <a:pt x="181951" y="893971"/>
                    <a:pt x="406400" y="893971"/>
                  </a:cubicBezTo>
                  <a:cubicBezTo>
                    <a:pt x="630849" y="893971"/>
                    <a:pt x="812800" y="693849"/>
                    <a:pt x="812800" y="446986"/>
                  </a:cubicBezTo>
                  <a:cubicBezTo>
                    <a:pt x="812800" y="20012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063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-20965"/>
              <a:ext cx="660400" cy="83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2244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5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399472" y="4282419"/>
            <a:ext cx="1191505" cy="1310497"/>
            <a:chOff x="0" y="0"/>
            <a:chExt cx="812800" cy="8939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93971"/>
            </a:xfrm>
            <a:custGeom>
              <a:avLst/>
              <a:gdLst/>
              <a:ahLst/>
              <a:cxnLst/>
              <a:rect r="r" b="b" t="t" l="l"/>
              <a:pathLst>
                <a:path h="893971" w="812800">
                  <a:moveTo>
                    <a:pt x="406400" y="0"/>
                  </a:moveTo>
                  <a:cubicBezTo>
                    <a:pt x="181951" y="0"/>
                    <a:pt x="0" y="200122"/>
                    <a:pt x="0" y="446986"/>
                  </a:cubicBezTo>
                  <a:cubicBezTo>
                    <a:pt x="0" y="693849"/>
                    <a:pt x="181951" y="893971"/>
                    <a:pt x="406400" y="893971"/>
                  </a:cubicBezTo>
                  <a:cubicBezTo>
                    <a:pt x="630849" y="893971"/>
                    <a:pt x="812800" y="693849"/>
                    <a:pt x="812800" y="446986"/>
                  </a:cubicBezTo>
                  <a:cubicBezTo>
                    <a:pt x="812800" y="20012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06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-20965"/>
              <a:ext cx="660400" cy="83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2244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6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-292146">
            <a:off x="899661" y="4234216"/>
            <a:ext cx="1191505" cy="1310497"/>
            <a:chOff x="0" y="0"/>
            <a:chExt cx="812800" cy="8939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93971"/>
            </a:xfrm>
            <a:custGeom>
              <a:avLst/>
              <a:gdLst/>
              <a:ahLst/>
              <a:cxnLst/>
              <a:rect r="r" b="b" t="t" l="l"/>
              <a:pathLst>
                <a:path h="893971" w="812800">
                  <a:moveTo>
                    <a:pt x="406400" y="0"/>
                  </a:moveTo>
                  <a:cubicBezTo>
                    <a:pt x="181951" y="0"/>
                    <a:pt x="0" y="200122"/>
                    <a:pt x="0" y="446986"/>
                  </a:cubicBezTo>
                  <a:cubicBezTo>
                    <a:pt x="0" y="693849"/>
                    <a:pt x="181951" y="893971"/>
                    <a:pt x="406400" y="893971"/>
                  </a:cubicBezTo>
                  <a:cubicBezTo>
                    <a:pt x="630849" y="893971"/>
                    <a:pt x="812800" y="693849"/>
                    <a:pt x="812800" y="446986"/>
                  </a:cubicBezTo>
                  <a:cubicBezTo>
                    <a:pt x="812800" y="20012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063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-20965"/>
              <a:ext cx="660400" cy="83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2244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413285">
            <a:off x="4361764" y="4143140"/>
            <a:ext cx="1191505" cy="1310497"/>
            <a:chOff x="0" y="0"/>
            <a:chExt cx="812800" cy="89397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93971"/>
            </a:xfrm>
            <a:custGeom>
              <a:avLst/>
              <a:gdLst/>
              <a:ahLst/>
              <a:cxnLst/>
              <a:rect r="r" b="b" t="t" l="l"/>
              <a:pathLst>
                <a:path h="893971" w="812800">
                  <a:moveTo>
                    <a:pt x="406400" y="0"/>
                  </a:moveTo>
                  <a:cubicBezTo>
                    <a:pt x="181951" y="0"/>
                    <a:pt x="0" y="200122"/>
                    <a:pt x="0" y="446986"/>
                  </a:cubicBezTo>
                  <a:cubicBezTo>
                    <a:pt x="0" y="693849"/>
                    <a:pt x="181951" y="893971"/>
                    <a:pt x="406400" y="893971"/>
                  </a:cubicBezTo>
                  <a:cubicBezTo>
                    <a:pt x="630849" y="893971"/>
                    <a:pt x="812800" y="693849"/>
                    <a:pt x="812800" y="446986"/>
                  </a:cubicBezTo>
                  <a:cubicBezTo>
                    <a:pt x="812800" y="20012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063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-20965"/>
              <a:ext cx="660400" cy="83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2244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321870">
            <a:off x="7284244" y="4282419"/>
            <a:ext cx="1191505" cy="1310497"/>
            <a:chOff x="0" y="0"/>
            <a:chExt cx="812800" cy="8939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93971"/>
            </a:xfrm>
            <a:custGeom>
              <a:avLst/>
              <a:gdLst/>
              <a:ahLst/>
              <a:cxnLst/>
              <a:rect r="r" b="b" t="t" l="l"/>
              <a:pathLst>
                <a:path h="893971" w="812800">
                  <a:moveTo>
                    <a:pt x="406400" y="0"/>
                  </a:moveTo>
                  <a:cubicBezTo>
                    <a:pt x="181951" y="0"/>
                    <a:pt x="0" y="200122"/>
                    <a:pt x="0" y="446986"/>
                  </a:cubicBezTo>
                  <a:cubicBezTo>
                    <a:pt x="0" y="693849"/>
                    <a:pt x="181951" y="893971"/>
                    <a:pt x="406400" y="893971"/>
                  </a:cubicBezTo>
                  <a:cubicBezTo>
                    <a:pt x="630849" y="893971"/>
                    <a:pt x="812800" y="693849"/>
                    <a:pt x="812800" y="446986"/>
                  </a:cubicBezTo>
                  <a:cubicBezTo>
                    <a:pt x="812800" y="200122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F06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-20965"/>
              <a:ext cx="660400" cy="83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000"/>
                </a:lnSpc>
                <a:spcBef>
                  <a:spcPct val="0"/>
                </a:spcBef>
              </a:pPr>
              <a:r>
                <a:rPr lang="en-US" b="true" sz="5000">
                  <a:solidFill>
                    <a:srgbClr val="2244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1327410"/>
            <a:ext cx="7732618" cy="7930890"/>
          </a:xfrm>
          <a:custGeom>
            <a:avLst/>
            <a:gdLst/>
            <a:ahLst/>
            <a:cxnLst/>
            <a:rect r="r" b="b" t="t" l="l"/>
            <a:pathLst>
              <a:path h="7930890" w="7732618">
                <a:moveTo>
                  <a:pt x="0" y="0"/>
                </a:moveTo>
                <a:lnTo>
                  <a:pt x="7732618" y="0"/>
                </a:lnTo>
                <a:lnTo>
                  <a:pt x="7732618" y="7930890"/>
                </a:lnTo>
                <a:lnTo>
                  <a:pt x="0" y="7930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4446" y="1180787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6" y="0"/>
                </a:lnTo>
                <a:lnTo>
                  <a:pt x="7040756" y="2622682"/>
                </a:lnTo>
                <a:lnTo>
                  <a:pt x="0" y="2622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6841" y="1461484"/>
            <a:ext cx="5899980" cy="195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1.Analyze &amp; Select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56841" y="3698875"/>
            <a:ext cx="6076337" cy="555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Core Feature: Shopping Cart</a:t>
            </a:r>
          </a:p>
          <a:p>
            <a:pPr algn="l">
              <a:lnSpc>
                <a:spcPts val="4900"/>
              </a:lnSpc>
            </a:pP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Clear business logic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Multiple edge cases to test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Dependencies included (Product, User)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Real-world scenario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1327410"/>
            <a:ext cx="7732618" cy="7930890"/>
          </a:xfrm>
          <a:custGeom>
            <a:avLst/>
            <a:gdLst/>
            <a:ahLst/>
            <a:cxnLst/>
            <a:rect r="r" b="b" t="t" l="l"/>
            <a:pathLst>
              <a:path h="7930890" w="7732618">
                <a:moveTo>
                  <a:pt x="0" y="0"/>
                </a:moveTo>
                <a:lnTo>
                  <a:pt x="7732618" y="0"/>
                </a:lnTo>
                <a:lnTo>
                  <a:pt x="7732618" y="7930890"/>
                </a:lnTo>
                <a:lnTo>
                  <a:pt x="0" y="7930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4446" y="1180787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6" y="0"/>
                </a:lnTo>
                <a:lnTo>
                  <a:pt x="7040756" y="2622682"/>
                </a:lnTo>
                <a:lnTo>
                  <a:pt x="0" y="2622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6841" y="1461484"/>
            <a:ext cx="5899980" cy="195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1.Analyze &amp; Select Features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6841" y="3698875"/>
            <a:ext cx="6076337" cy="494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Function: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addItem(product, quantity)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removeItem(productId)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pdateQuantity(productId, qty)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calculateTotal()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clearCart()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1327410"/>
            <a:ext cx="7732618" cy="7930890"/>
          </a:xfrm>
          <a:custGeom>
            <a:avLst/>
            <a:gdLst/>
            <a:ahLst/>
            <a:cxnLst/>
            <a:rect r="r" b="b" t="t" l="l"/>
            <a:pathLst>
              <a:path h="7930890" w="7732618">
                <a:moveTo>
                  <a:pt x="0" y="0"/>
                </a:moveTo>
                <a:lnTo>
                  <a:pt x="7732618" y="0"/>
                </a:lnTo>
                <a:lnTo>
                  <a:pt x="7732618" y="7930890"/>
                </a:lnTo>
                <a:lnTo>
                  <a:pt x="0" y="7930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4446" y="1180787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6" y="0"/>
                </a:lnTo>
                <a:lnTo>
                  <a:pt x="7040756" y="2622682"/>
                </a:lnTo>
                <a:lnTo>
                  <a:pt x="0" y="2622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0789">
            <a:off x="-5738075" y="-5063240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984045">
            <a:off x="14596559" y="-4611571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69" y="0"/>
                </a:lnTo>
                <a:lnTo>
                  <a:pt x="8675569" y="9156274"/>
                </a:lnTo>
                <a:lnTo>
                  <a:pt x="0" y="91562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805336">
            <a:off x="16023423" y="-105781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2"/>
                </a:lnTo>
                <a:lnTo>
                  <a:pt x="0" y="226896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2923033"/>
            <a:ext cx="8895422" cy="8005880"/>
          </a:xfrm>
          <a:custGeom>
            <a:avLst/>
            <a:gdLst/>
            <a:ahLst/>
            <a:cxnLst/>
            <a:rect r="r" b="b" t="t" l="l"/>
            <a:pathLst>
              <a:path h="8005880" w="8895422">
                <a:moveTo>
                  <a:pt x="0" y="0"/>
                </a:moveTo>
                <a:lnTo>
                  <a:pt x="8895422" y="0"/>
                </a:lnTo>
                <a:lnTo>
                  <a:pt x="8895422" y="8005880"/>
                </a:lnTo>
                <a:lnTo>
                  <a:pt x="0" y="80058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0789">
            <a:off x="5966752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805336">
            <a:off x="9372183" y="-1167916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416050">
            <a:off x="-4747867" y="6835864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29760" y="1416910"/>
            <a:ext cx="5130498" cy="2045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4"/>
              </a:lnSpc>
            </a:pPr>
            <a:r>
              <a:rPr lang="en-US" sz="5910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Design Test Case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964713"/>
            <a:ext cx="9069273" cy="9301819"/>
          </a:xfrm>
          <a:custGeom>
            <a:avLst/>
            <a:gdLst/>
            <a:ahLst/>
            <a:cxnLst/>
            <a:rect r="r" b="b" t="t" l="l"/>
            <a:pathLst>
              <a:path h="9301819" w="9069273">
                <a:moveTo>
                  <a:pt x="0" y="0"/>
                </a:moveTo>
                <a:lnTo>
                  <a:pt x="9069273" y="0"/>
                </a:lnTo>
                <a:lnTo>
                  <a:pt x="9069273" y="9301819"/>
                </a:lnTo>
                <a:lnTo>
                  <a:pt x="0" y="9301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453" y="797955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5" y="0"/>
                </a:lnTo>
                <a:lnTo>
                  <a:pt x="7040755" y="2622681"/>
                </a:lnTo>
                <a:lnTo>
                  <a:pt x="0" y="262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6841" y="1461484"/>
            <a:ext cx="5899980" cy="95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a.Unit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06423" y="3423285"/>
            <a:ext cx="7584348" cy="3211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55651" indent="-377825" lvl="1">
              <a:lnSpc>
                <a:spcPts val="651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Unit Testing</a:t>
            </a:r>
          </a:p>
          <a:p>
            <a:pPr algn="just" marL="755651" indent="-377825" lvl="1">
              <a:lnSpc>
                <a:spcPts val="651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Intergration Testing </a:t>
            </a:r>
          </a:p>
          <a:p>
            <a:pPr algn="just" marL="755651" indent="-377825" lvl="1">
              <a:lnSpc>
                <a:spcPts val="651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End-to-End Testing</a:t>
            </a:r>
          </a:p>
          <a:p>
            <a:pPr algn="just" marL="755651" indent="-377825" lvl="1">
              <a:lnSpc>
                <a:spcPts val="651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Performance Testing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964713"/>
            <a:ext cx="9069273" cy="9301819"/>
          </a:xfrm>
          <a:custGeom>
            <a:avLst/>
            <a:gdLst/>
            <a:ahLst/>
            <a:cxnLst/>
            <a:rect r="r" b="b" t="t" l="l"/>
            <a:pathLst>
              <a:path h="9301819" w="9069273">
                <a:moveTo>
                  <a:pt x="0" y="0"/>
                </a:moveTo>
                <a:lnTo>
                  <a:pt x="9069273" y="0"/>
                </a:lnTo>
                <a:lnTo>
                  <a:pt x="9069273" y="9301819"/>
                </a:lnTo>
                <a:lnTo>
                  <a:pt x="0" y="9301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453" y="797955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5" y="0"/>
                </a:lnTo>
                <a:lnTo>
                  <a:pt x="7040755" y="2622681"/>
                </a:lnTo>
                <a:lnTo>
                  <a:pt x="0" y="262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6841" y="1461484"/>
            <a:ext cx="5899980" cy="959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a.Unit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71162" y="3197734"/>
            <a:ext cx="7584348" cy="803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 cases include: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 product to a new cart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 product to an existing cart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Update product quantity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Remove product from cart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Clear all items from cart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Calc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ulate cart total price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Validate empty cart state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Handle non-existent product error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Handle negative quantity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Handle zero quantity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964713"/>
            <a:ext cx="9069273" cy="9301819"/>
          </a:xfrm>
          <a:custGeom>
            <a:avLst/>
            <a:gdLst/>
            <a:ahLst/>
            <a:cxnLst/>
            <a:rect r="r" b="b" t="t" l="l"/>
            <a:pathLst>
              <a:path h="9301819" w="9069273">
                <a:moveTo>
                  <a:pt x="0" y="0"/>
                </a:moveTo>
                <a:lnTo>
                  <a:pt x="9069273" y="0"/>
                </a:lnTo>
                <a:lnTo>
                  <a:pt x="9069273" y="9301819"/>
                </a:lnTo>
                <a:lnTo>
                  <a:pt x="0" y="9301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453" y="797955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5" y="0"/>
                </a:lnTo>
                <a:lnTo>
                  <a:pt x="7040755" y="2622681"/>
                </a:lnTo>
                <a:lnTo>
                  <a:pt x="0" y="262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6841" y="1461484"/>
            <a:ext cx="5899980" cy="195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b.Integration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6841" y="3636521"/>
            <a:ext cx="7584348" cy="494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Retrieve cart information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Add product to cart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Remove product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Update quantity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Clear all items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Authentication handling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Validation error handling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964713"/>
            <a:ext cx="9069273" cy="9301819"/>
          </a:xfrm>
          <a:custGeom>
            <a:avLst/>
            <a:gdLst/>
            <a:ahLst/>
            <a:cxnLst/>
            <a:rect r="r" b="b" t="t" l="l"/>
            <a:pathLst>
              <a:path h="9301819" w="9069273">
                <a:moveTo>
                  <a:pt x="0" y="0"/>
                </a:moveTo>
                <a:lnTo>
                  <a:pt x="9069273" y="0"/>
                </a:lnTo>
                <a:lnTo>
                  <a:pt x="9069273" y="9301819"/>
                </a:lnTo>
                <a:lnTo>
                  <a:pt x="0" y="9301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453" y="797955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5" y="0"/>
                </a:lnTo>
                <a:lnTo>
                  <a:pt x="7040755" y="2622681"/>
                </a:lnTo>
                <a:lnTo>
                  <a:pt x="0" y="262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6841" y="1461484"/>
            <a:ext cx="5899980" cy="195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c.End-to-End (E2E)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6841" y="3636521"/>
            <a:ext cx="7584348" cy="555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Manual UI Testing via Web Interface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Access: http://localhost:3000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Login: With a customer account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Add product: Click “Add to Cart”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ew cart: Click cart icon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Update quantity: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Us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+/- buttons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Remove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prod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uct: Click “Remove”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Checkout: C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lick “Checkout”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964713"/>
            <a:ext cx="9069273" cy="9301819"/>
          </a:xfrm>
          <a:custGeom>
            <a:avLst/>
            <a:gdLst/>
            <a:ahLst/>
            <a:cxnLst/>
            <a:rect r="r" b="b" t="t" l="l"/>
            <a:pathLst>
              <a:path h="9301819" w="9069273">
                <a:moveTo>
                  <a:pt x="0" y="0"/>
                </a:moveTo>
                <a:lnTo>
                  <a:pt x="9069273" y="0"/>
                </a:lnTo>
                <a:lnTo>
                  <a:pt x="9069273" y="9301819"/>
                </a:lnTo>
                <a:lnTo>
                  <a:pt x="0" y="9301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86453" y="797955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5" y="0"/>
                </a:lnTo>
                <a:lnTo>
                  <a:pt x="7040755" y="2622681"/>
                </a:lnTo>
                <a:lnTo>
                  <a:pt x="0" y="262268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2167235" y="5412646"/>
            <a:ext cx="6120765" cy="4874354"/>
          </a:xfrm>
          <a:custGeom>
            <a:avLst/>
            <a:gdLst/>
            <a:ahLst/>
            <a:cxnLst/>
            <a:rect r="r" b="b" t="t" l="l"/>
            <a:pathLst>
              <a:path h="4874354" w="6120765">
                <a:moveTo>
                  <a:pt x="6120765" y="0"/>
                </a:moveTo>
                <a:lnTo>
                  <a:pt x="0" y="0"/>
                </a:lnTo>
                <a:lnTo>
                  <a:pt x="0" y="4874354"/>
                </a:lnTo>
                <a:lnTo>
                  <a:pt x="6120765" y="4874354"/>
                </a:lnTo>
                <a:lnTo>
                  <a:pt x="612076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6116916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56841" y="1461484"/>
            <a:ext cx="5899980" cy="195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70"/>
              </a:lnSpc>
            </a:pPr>
            <a:r>
              <a:rPr lang="en-US" sz="5621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d. Performance Testing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6841" y="4147773"/>
            <a:ext cx="7584348" cy="370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Stress Testing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 with 100+ items in</a:t>
            </a: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cart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 with high concurrency (multiple simultaneous users)</a:t>
            </a:r>
          </a:p>
          <a:p>
            <a:pPr algn="l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244B4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Test with large-scale database</a:t>
            </a:r>
          </a:p>
          <a:p>
            <a:pPr algn="l">
              <a:lnSpc>
                <a:spcPts val="490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-5805336">
            <a:off x="9669372" y="-169768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21752">
            <a:off x="11437641" y="1130232"/>
            <a:ext cx="2282416" cy="2340940"/>
          </a:xfrm>
          <a:custGeom>
            <a:avLst/>
            <a:gdLst/>
            <a:ahLst/>
            <a:cxnLst/>
            <a:rect r="r" b="b" t="t" l="l"/>
            <a:pathLst>
              <a:path h="2340940" w="2282416">
                <a:moveTo>
                  <a:pt x="0" y="0"/>
                </a:moveTo>
                <a:lnTo>
                  <a:pt x="2282416" y="0"/>
                </a:lnTo>
                <a:lnTo>
                  <a:pt x="2282416" y="2340939"/>
                </a:lnTo>
                <a:lnTo>
                  <a:pt x="0" y="2340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928810"/>
            <a:ext cx="3196724" cy="3308382"/>
          </a:xfrm>
          <a:custGeom>
            <a:avLst/>
            <a:gdLst/>
            <a:ahLst/>
            <a:cxnLst/>
            <a:rect r="r" b="b" t="t" l="l"/>
            <a:pathLst>
              <a:path h="3308382" w="3196724">
                <a:moveTo>
                  <a:pt x="0" y="0"/>
                </a:moveTo>
                <a:lnTo>
                  <a:pt x="3196724" y="0"/>
                </a:lnTo>
                <a:lnTo>
                  <a:pt x="3196724" y="3308382"/>
                </a:lnTo>
                <a:lnTo>
                  <a:pt x="0" y="33083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33716">
            <a:off x="14489354" y="1365950"/>
            <a:ext cx="2593226" cy="3067256"/>
          </a:xfrm>
          <a:custGeom>
            <a:avLst/>
            <a:gdLst/>
            <a:ahLst/>
            <a:cxnLst/>
            <a:rect r="r" b="b" t="t" l="l"/>
            <a:pathLst>
              <a:path h="3067256" w="2593226">
                <a:moveTo>
                  <a:pt x="0" y="0"/>
                </a:moveTo>
                <a:lnTo>
                  <a:pt x="2593225" y="0"/>
                </a:lnTo>
                <a:lnTo>
                  <a:pt x="2593225" y="3067256"/>
                </a:lnTo>
                <a:lnTo>
                  <a:pt x="0" y="306725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15176680" y="-478378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0789">
            <a:off x="-3878163" y="6608584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3132" y="790720"/>
            <a:ext cx="18288000" cy="5705937"/>
          </a:xfrm>
          <a:custGeom>
            <a:avLst/>
            <a:gdLst/>
            <a:ahLst/>
            <a:cxnLst/>
            <a:rect r="r" b="b" t="t" l="l"/>
            <a:pathLst>
              <a:path h="5705937" w="18288000">
                <a:moveTo>
                  <a:pt x="0" y="0"/>
                </a:moveTo>
                <a:lnTo>
                  <a:pt x="18288000" y="0"/>
                </a:lnTo>
                <a:lnTo>
                  <a:pt x="18288000" y="5705937"/>
                </a:lnTo>
                <a:lnTo>
                  <a:pt x="0" y="57059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45945" r="0" b="-3434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91716" y="-115882"/>
            <a:ext cx="6145406" cy="2289164"/>
          </a:xfrm>
          <a:custGeom>
            <a:avLst/>
            <a:gdLst/>
            <a:ahLst/>
            <a:cxnLst/>
            <a:rect r="r" b="b" t="t" l="l"/>
            <a:pathLst>
              <a:path h="2289164" w="6145406">
                <a:moveTo>
                  <a:pt x="0" y="0"/>
                </a:moveTo>
                <a:lnTo>
                  <a:pt x="6145406" y="0"/>
                </a:lnTo>
                <a:lnTo>
                  <a:pt x="6145406" y="2289164"/>
                </a:lnTo>
                <a:lnTo>
                  <a:pt x="0" y="22891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84045">
            <a:off x="-7511735" y="4955889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70" y="0"/>
                </a:lnTo>
                <a:lnTo>
                  <a:pt x="8675570" y="9156273"/>
                </a:lnTo>
                <a:lnTo>
                  <a:pt x="0" y="9156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37142" y="-85725"/>
            <a:ext cx="5899980" cy="2105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Analyze Source Code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077814"/>
            <a:ext cx="17790861" cy="844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"</a:t>
            </a: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Analyze this Spring Boot Cart API source and list everything required to write MockMvc integration tests for CartControllerIntegrationTestGrouped.java.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Scope: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Endpoints: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GET /api/cart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POST /api/cart/add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PUT /api/cart/update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DELETE /api/cart/remove/{id}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DELETE /api/cart/clear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Security: Authorization: Bearer &lt;token&gt; (valid / invalid / missing)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Deliver: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each endpoint, specify:</a:t>
            </a:r>
          </a:p>
          <a:p>
            <a:pPr algn="l" marL="906793" indent="-302264" lvl="2">
              <a:lnSpc>
                <a:spcPts val="2940"/>
              </a:lnSpc>
              <a:buAutoNum type="alphaLcPeriod" startAt="1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Request contract (method, path, headers, JSON body, path variables)</a:t>
            </a:r>
          </a:p>
          <a:p>
            <a:pPr algn="l" marL="906793" indent="-302264" lvl="2">
              <a:lnSpc>
                <a:spcPts val="2940"/>
              </a:lnSpc>
              <a:buAutoNum type="alphaLcPeriod" startAt="1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Response schema fields (e.g., success, message, data.totalAmount, data.items[])</a:t>
            </a:r>
          </a:p>
          <a:p>
            <a:pPr algn="l" marL="906793" indent="-302264" lvl="2">
              <a:lnSpc>
                <a:spcPts val="2940"/>
              </a:lnSpc>
              <a:buAutoNum type="alphaLcPeriod" startAt="1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Validation rules (required fields, constraints like quantity, content type)</a:t>
            </a:r>
          </a:p>
          <a:p>
            <a:pPr algn="l" marL="906793" indent="-302264" lvl="2">
              <a:lnSpc>
                <a:spcPts val="2940"/>
              </a:lnSpc>
              <a:buAutoNum type="alphaLcPeriod" startAt="1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Edge cases (empty cart, remove non-existing id, quantity=0 = remove, duplicate product merges quantity)</a:t>
            </a:r>
          </a:p>
          <a:p>
            <a:pPr algn="l" marL="906793" indent="-302264" lvl="2">
              <a:lnSpc>
                <a:spcPts val="2940"/>
              </a:lnSpc>
              <a:buAutoNum type="alphaLcPeriod" startAt="1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Auth behavior (200 vs 401)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 data/fixtures needed for deterministic tests: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 #1 price=150000</a:t>
            </a:r>
          </a:p>
          <a:p>
            <a:pPr algn="l" marL="906793" indent="-302264" lvl="2">
              <a:lnSpc>
                <a:spcPts val="2940"/>
              </a:lnSpc>
              <a:buFont typeface="Arial"/>
              <a:buChar char="⚬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Product #2 price=120000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checklist of JSONPath assertions per endpoint.</a:t>
            </a:r>
          </a:p>
          <a:p>
            <a:pPr algn="l" marL="453396" indent="-226698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Setup/Cleanup strategy so tests are independent."</a:t>
            </a:r>
          </a:p>
          <a:p>
            <a:pPr algn="l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3.1 Analyze Source 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981075"/>
            <a:ext cx="18288000" cy="962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"Analyze this Spring Boot Cart API source and list everything required to write MockMvc integration tests for CartControllerIntegrationTestGrouped.java.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Scope: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Endpoints: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 /api/cart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POST /api/cart/add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PUT /api/cart/update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DELETE /api/cart/remove/{id}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DELETE /api/cart/clear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Security: Authorization: Bearer &lt;token&gt; (valid / invalid / missing)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Deliver: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 each endpoint, specify: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Request contract (method, path, headers, JSON body, path variables)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Response schema fields (e.g., success, message, data.totalAmount, data.items[])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Validation rules (required fields, constraints like quantity, content type)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 cases (empty cart, remove non-existing id, quantity=0 = remove, duplicate product merges quantity)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Auth behavior (200 vs 401)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data/fixtures needed for deterministic tests: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 #1 price=150000</a:t>
            </a:r>
          </a:p>
          <a:p>
            <a:pPr algn="l" marL="1036317" indent="-345439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 #2 price=120000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checklist of JSONPath assertions per endpoint.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Setup/Cleanup strategy so tests are independent."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3.2 Generate Test Cases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696595"/>
            <a:ext cx="18288000" cy="1004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"Generate comprehensive integration test cases for CartControllerIntegrationTestGrouped.java using JUnit 5 + MockMvc. Use Given – When – Then format and include for each case: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Request (method + URL + headers + JSON body)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Seed/Setup steps (if any)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Expect</a:t>
            </a: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 (HTTP status + JSONPath assertions like $.success, $.message, $.data.totalAmount)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Notes (business rule remarks)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GetCart — GET /api/cart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cart has items → 200, success=true, data.totalAmount=300000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Seed: POST /api/cart/add {"productId":1,"quantity":2} (valid token)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empty cart → 200, success=true, data.totalAmount=0 (clear first)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no token → 401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AddToCart — POST /api/cart/add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{"productId":1,"quantity":2} → 200, success=true, message contains "added"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{"productId":1,"quantity":-1} → 200 if current rule allows negative (else 400)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{"produc</a:t>
            </a: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tId":99999,"quantity":1} → 400, success=false, message contains "Product not found"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UpdateCart — PUT /api/cart/update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{"productId":1,"quantity":5} → 200, success=true, message contains "updated" (seed add p1 first)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{"p</a:t>
            </a: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roductId":1,"quantity":0} → item removed → 200, success=true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{"productId":99999,"quantity":1} → 400, message contains "Cart item not found"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AutoNum type="arabicPeriod" startAt="1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Remov</a:t>
            </a: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eFromCart — DELETE /api/cart/remove/{id}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remove existing id → 200, success=true, message contains "removed" (seed first)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remove non-existing id → 200, success=true (no-op)</a:t>
            </a:r>
          </a:p>
          <a:p>
            <a:pPr algn="l" marL="518158" indent="-259079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no token → 401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3.2 Generate Test Cases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371108"/>
            <a:ext cx="18288000" cy="8516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3"/>
              </a:lnSpc>
              <a:spcBef>
                <a:spcPct val="0"/>
              </a:spcBef>
            </a:pPr>
            <a:r>
              <a:rPr lang="en-US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5. 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ClearCart — DELETE /api/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art/clear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clear non-empty → 200, success=true, message contains "cleared"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clear empty → 200, success=true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no token → 401</a:t>
            </a:r>
          </a:p>
          <a:p>
            <a:pPr algn="l">
              <a:lnSpc>
                <a:spcPts val="3753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6.Vali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dation (payload/schema/content-type)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valid JSON payload → 200, success=true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missing field / quantity=0 when invalid → 400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wrong Co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ntent-Type or malformed JSON → 400/415 (match actual config)</a:t>
            </a:r>
          </a:p>
          <a:p>
            <a:pPr algn="l">
              <a:lnSpc>
                <a:spcPts val="3753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7.C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artEdgeCases (stateful &amp; idempotent)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add two distinct products → 200; GET shows merged total (e.g., 270000 for p1×1 + p2×1)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add same p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roduct multiple times → merged quantity → 200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malformed JSON → 400</a:t>
            </a:r>
          </a:p>
          <a:p>
            <a:pPr algn="l">
              <a:lnSpc>
                <a:spcPts val="3753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8.</a:t>
            </a: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Authentication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Happy: valid token → 200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Edge: invalid/expired token → 401</a:t>
            </a:r>
          </a:p>
          <a:p>
            <a:pPr algn="l" marL="578849" indent="-289424" lvl="1">
              <a:lnSpc>
                <a:spcPts val="375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 missing token → 401</a:t>
            </a:r>
          </a:p>
          <a:p>
            <a:pPr algn="l">
              <a:lnSpc>
                <a:spcPts val="3753"/>
              </a:lnSpc>
              <a:spcBef>
                <a:spcPct val="0"/>
              </a:spcBef>
            </a:pPr>
            <a:r>
              <a:rPr lang="en-US" b="true" sz="268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Assume Product #1 price=150000, Product #2 price=120000. Return the full Given–When–Then matrix."</a:t>
            </a:r>
          </a:p>
          <a:p>
            <a:pPr algn="l">
              <a:lnSpc>
                <a:spcPts val="375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3.3 Generate MockMvc Test 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080135"/>
            <a:ext cx="18288000" cy="9206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Create JUnit 5 + Spring Mo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ckMv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 test code for CartControllerIntegrationTestGrouped.java that implements the test cases above.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Requirements: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Annotations: @SpringBootTest, @AutoConfigureMockMvc, @ActiveProfiles("test")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Group tests with @Nested into 8 groups (GetCart, AddToCart, UpdateCart, RemoveFromCart, ClearCart,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Vali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dation, CartEdgeCases, Authentication)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 status() and jsonPath() assertions; include contentType checks where helpful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Provide helpers: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Autho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rization header: Authorization: Bearer &lt;toke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n&gt;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Token factory or placeholders for valid/invalid/missing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tokens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Seed deterministic data: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Ensure Product #1 price=150000, Product #2 price=120000 (via @Sql, repository calls, or test fixtures)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Mak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 each test independent (setup/tea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rdown or inline seeding)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Implement sample tests for each group (at least 3 per group), including: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GET /ap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i/cart (happy/empty/401)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POST /api/cart/add (happy/negative edge/error not found)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PUT /api/cart/update (happy/zero removes/error)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DELETE /api/cart/remove/{id} (happy/no-op/401)</a:t>
            </a:r>
          </a:p>
          <a:p>
            <a:pPr algn="l" marL="1036320" indent="-345440" lvl="2">
              <a:lnSpc>
                <a:spcPts val="3359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DELETE</a:t>
            </a: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/api/cart/clear (happy/empty/401)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Return a single Java test class skeleton named CartControllerIntegrationTestGrouped.java, ready to compile and run."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3.4 Debug Test Failures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290004"/>
            <a:ext cx="18285500" cy="8514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"D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ebug the following failing Mo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ckMv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 integration test for CartController and propose fixes.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Error: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   Expected $.data.totalAmount = 300000 but was 0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</a:p>
          <a:p>
            <a:pPr algn="l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snippet:</a:t>
            </a: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mockMvc.perform(get("/api/cart")</a:t>
            </a: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.header(HttpHeaders.AUTHORIZATION, "Bearer " +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token))</a:t>
            </a: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.andExpect(status().isOk())</a:t>
            </a: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.andExpect(jsonPath("$.success").value(true))</a:t>
            </a: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 .andExpect(jsonPath("$.data.totalAmount").value(300000));</a:t>
            </a:r>
          </a:p>
          <a:p>
            <a:pPr algn="just">
              <a:lnSpc>
                <a:spcPts val="4248"/>
              </a:lnSpc>
              <a:spcBef>
                <a:spcPct val="0"/>
              </a:spcBef>
            </a:pPr>
          </a:p>
          <a:p>
            <a:pPr algn="just">
              <a:lnSpc>
                <a:spcPts val="4248"/>
              </a:lnSpc>
              <a:spcBef>
                <a:spcPct val="0"/>
              </a:spcBef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Seed/Assumptions:</a:t>
            </a:r>
          </a:p>
          <a:p>
            <a:pPr algn="just" marL="655170" indent="-327585" lvl="1">
              <a:lnSpc>
                <a:spcPts val="42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POST /api/cart/add with {"productId":1,"quantity":2} executed before GET</a:t>
            </a:r>
          </a:p>
          <a:p>
            <a:pPr algn="just" marL="655170" indent="-327585" lvl="1">
              <a:lnSpc>
                <a:spcPts val="424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uct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#1 price=150000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</a:p>
          <a:p>
            <a:pPr algn="l">
              <a:lnSpc>
                <a:spcPts val="42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3.4 Debug Test Failures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945389"/>
            <a:ext cx="18288000" cy="6339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8"/>
              </a:lnSpc>
            </a:pPr>
            <a:r>
              <a:rPr lang="en-US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Tasks:</a:t>
            </a:r>
          </a:p>
          <a:p>
            <a:pPr algn="l" marL="655170" indent="-327585" lvl="1">
              <a:lnSpc>
                <a:spcPts val="4248"/>
              </a:lnSpc>
              <a:spcBef>
                <a:spcPct val="0"/>
              </a:spcBef>
              <a:buAutoNum type="arabicPeriod" startAt="1"/>
            </a:pPr>
            <a:r>
              <a:rPr lang="en-US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Id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entify likely root 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causes: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wrong user context/token? seed executed in a different test or not committed? product price not loaded in test profile? state cleared by @BeforeEach?</a:t>
            </a:r>
          </a:p>
          <a:p>
            <a:pPr algn="l" marL="655170" indent="-327585" lvl="1">
              <a:lnSpc>
                <a:spcPts val="4248"/>
              </a:lnSpc>
              <a:spcBef>
                <a:spcPct val="0"/>
              </a:spcBef>
              <a:buAutoNum type="arabicPeriod" startAt="1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Provide minimal, concrete fixes:</a:t>
            </a:r>
          </a:p>
          <a:p>
            <a:pPr algn="l" marL="1310340" indent="-436780" lvl="2">
              <a:lnSpc>
                <a:spcPts val="424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Inline seeding in the same test, ensure same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token/user</a:t>
            </a:r>
          </a:p>
          <a:p>
            <a:pPr algn="l" marL="1310340" indent="-436780" lvl="2">
              <a:lnSpc>
                <a:spcPts val="424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Verify product seeding (via @Sql or repository) and price mapping</a:t>
            </a:r>
          </a:p>
          <a:p>
            <a:pPr algn="l" marL="1310340" indent="-436780" lvl="2">
              <a:lnSpc>
                <a:spcPts val="424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Ensure transactions are committed/visible to the GET</a:t>
            </a:r>
          </a:p>
          <a:p>
            <a:pPr algn="l" marL="1310340" indent="-436780" lvl="2">
              <a:lnSpc>
                <a:spcPts val="424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Avoid cross-test state (clear cart in @AfterEach or isolate users)</a:t>
            </a:r>
          </a:p>
          <a:p>
            <a:pPr algn="l" marL="655170" indent="-327585" lvl="1">
              <a:lnSpc>
                <a:spcPts val="4248"/>
              </a:lnSpc>
              <a:spcBef>
                <a:spcPct val="0"/>
              </a:spcBef>
              <a:buAutoNum type="arabicPeriod" startAt="1"/>
            </a:pP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Return corrected test code (MockMvc calls) and any test configuration changes (profile test, da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</a:t>
            </a:r>
            <a:r>
              <a:rPr lang="en-US" b="true" sz="303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seeding, JWT helpers)."</a:t>
            </a:r>
          </a:p>
          <a:p>
            <a:pPr algn="l">
              <a:lnSpc>
                <a:spcPts val="42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28700"/>
            <a:ext cx="18288000" cy="8983980"/>
          </a:xfrm>
          <a:custGeom>
            <a:avLst/>
            <a:gdLst/>
            <a:ahLst/>
            <a:cxnLst/>
            <a:rect r="r" b="b" t="t" l="l"/>
            <a:pathLst>
              <a:path h="8983980" w="18288000">
                <a:moveTo>
                  <a:pt x="0" y="0"/>
                </a:moveTo>
                <a:lnTo>
                  <a:pt x="18288000" y="0"/>
                </a:lnTo>
                <a:lnTo>
                  <a:pt x="18288000" y="8983980"/>
                </a:lnTo>
                <a:lnTo>
                  <a:pt x="0" y="89839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03020"/>
            <a:ext cx="18288000" cy="7680960"/>
          </a:xfrm>
          <a:custGeom>
            <a:avLst/>
            <a:gdLst/>
            <a:ahLst/>
            <a:cxnLst/>
            <a:rect r="r" b="b" t="t" l="l"/>
            <a:pathLst>
              <a:path h="7680960" w="18288000">
                <a:moveTo>
                  <a:pt x="0" y="0"/>
                </a:moveTo>
                <a:lnTo>
                  <a:pt x="18288000" y="0"/>
                </a:lnTo>
                <a:lnTo>
                  <a:pt x="18288000" y="7680960"/>
                </a:lnTo>
                <a:lnTo>
                  <a:pt x="0" y="768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071713"/>
            <a:ext cx="18288000" cy="8321040"/>
          </a:xfrm>
          <a:custGeom>
            <a:avLst/>
            <a:gdLst/>
            <a:ahLst/>
            <a:cxnLst/>
            <a:rect r="r" b="b" t="t" l="l"/>
            <a:pathLst>
              <a:path h="8321040" w="18288000">
                <a:moveTo>
                  <a:pt x="0" y="0"/>
                </a:moveTo>
                <a:lnTo>
                  <a:pt x="18288000" y="0"/>
                </a:lnTo>
                <a:lnTo>
                  <a:pt x="18288000" y="8321040"/>
                </a:lnTo>
                <a:lnTo>
                  <a:pt x="0" y="83210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520190"/>
            <a:ext cx="18288000" cy="7246620"/>
          </a:xfrm>
          <a:custGeom>
            <a:avLst/>
            <a:gdLst/>
            <a:ahLst/>
            <a:cxnLst/>
            <a:rect r="r" b="b" t="t" l="l"/>
            <a:pathLst>
              <a:path h="7246620" w="18288000">
                <a:moveTo>
                  <a:pt x="0" y="0"/>
                </a:moveTo>
                <a:lnTo>
                  <a:pt x="18288000" y="0"/>
                </a:lnTo>
                <a:lnTo>
                  <a:pt x="18288000" y="7246620"/>
                </a:lnTo>
                <a:lnTo>
                  <a:pt x="0" y="7246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931670"/>
            <a:ext cx="18288000" cy="6423660"/>
          </a:xfrm>
          <a:custGeom>
            <a:avLst/>
            <a:gdLst/>
            <a:ahLst/>
            <a:cxnLst/>
            <a:rect r="r" b="b" t="t" l="l"/>
            <a:pathLst>
              <a:path h="6423660" w="18288000">
                <a:moveTo>
                  <a:pt x="0" y="0"/>
                </a:moveTo>
                <a:lnTo>
                  <a:pt x="18288000" y="0"/>
                </a:lnTo>
                <a:lnTo>
                  <a:pt x="18288000" y="6423660"/>
                </a:lnTo>
                <a:lnTo>
                  <a:pt x="0" y="6423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330" y="1028700"/>
            <a:ext cx="18262670" cy="8241030"/>
          </a:xfrm>
          <a:custGeom>
            <a:avLst/>
            <a:gdLst/>
            <a:ahLst/>
            <a:cxnLst/>
            <a:rect r="r" b="b" t="t" l="l"/>
            <a:pathLst>
              <a:path h="8241030" w="18262670">
                <a:moveTo>
                  <a:pt x="0" y="0"/>
                </a:moveTo>
                <a:lnTo>
                  <a:pt x="18262670" y="0"/>
                </a:lnTo>
                <a:lnTo>
                  <a:pt x="18262670" y="8241030"/>
                </a:lnTo>
                <a:lnTo>
                  <a:pt x="0" y="8241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680210"/>
            <a:ext cx="18288000" cy="6926580"/>
          </a:xfrm>
          <a:custGeom>
            <a:avLst/>
            <a:gdLst/>
            <a:ahLst/>
            <a:cxnLst/>
            <a:rect r="r" b="b" t="t" l="l"/>
            <a:pathLst>
              <a:path h="6926580" w="18288000">
                <a:moveTo>
                  <a:pt x="0" y="0"/>
                </a:moveTo>
                <a:lnTo>
                  <a:pt x="18288000" y="0"/>
                </a:lnTo>
                <a:lnTo>
                  <a:pt x="18288000" y="6926580"/>
                </a:lnTo>
                <a:lnTo>
                  <a:pt x="0" y="6926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b="true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05990"/>
            <a:ext cx="18288000" cy="5875020"/>
          </a:xfrm>
          <a:custGeom>
            <a:avLst/>
            <a:gdLst/>
            <a:ahLst/>
            <a:cxnLst/>
            <a:rect r="r" b="b" t="t" l="l"/>
            <a:pathLst>
              <a:path h="5875020" w="18288000">
                <a:moveTo>
                  <a:pt x="0" y="0"/>
                </a:moveTo>
                <a:lnTo>
                  <a:pt x="18288000" y="0"/>
                </a:lnTo>
                <a:lnTo>
                  <a:pt x="18288000" y="5875020"/>
                </a:lnTo>
                <a:lnTo>
                  <a:pt x="0" y="5875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-104775"/>
            <a:ext cx="18288000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cases Matrix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789">
            <a:off x="14366705" y="-550333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6"/>
                </a:lnTo>
                <a:lnTo>
                  <a:pt x="0" y="8186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84045">
            <a:off x="-7511735" y="4955889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70" y="0"/>
                </a:lnTo>
                <a:lnTo>
                  <a:pt x="8675570" y="9156273"/>
                </a:lnTo>
                <a:lnTo>
                  <a:pt x="0" y="9156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20508" y="784384"/>
            <a:ext cx="17067492" cy="84739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📂 Category: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Feature: Cart Management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Sub-Feature: Add to Cart Function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Module Under Test: CartService.java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Repository: CartRepository, CartItemRepository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🎯 Purpose: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 verify that the Add to Cart process correctly: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Creates a new cart when the user first adds an item.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Updates existing item quantity when the same product is added again.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Handles boundary cases (large quantity / remove item).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Throws exception for invalid product IDs.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⚙️ Function Tested: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CartService.addToCart(Integer userId, Integer productId, Integer quantity)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Input: User ID, Product ID, Quantity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Output: Updated Cart object (persisted in DB)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Dependencies: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CartRepository (for saving cart)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CartItemRepository (for managing cart items)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  <a:r>
              <a:rPr lang="en-US" b="true" sz="2526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ProductRepository (for validating product existence)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789">
            <a:off x="14366705" y="-550333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6"/>
                </a:lnTo>
                <a:lnTo>
                  <a:pt x="0" y="81860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984045">
            <a:off x="-7511735" y="4955889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70" y="0"/>
                </a:lnTo>
                <a:lnTo>
                  <a:pt x="8675570" y="9156273"/>
                </a:lnTo>
                <a:lnTo>
                  <a:pt x="0" y="91562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1398" y="2049140"/>
            <a:ext cx="16045204" cy="4272036"/>
          </a:xfrm>
          <a:custGeom>
            <a:avLst/>
            <a:gdLst/>
            <a:ahLst/>
            <a:cxnLst/>
            <a:rect r="r" b="b" t="t" l="l"/>
            <a:pathLst>
              <a:path h="4272036" w="16045204">
                <a:moveTo>
                  <a:pt x="0" y="0"/>
                </a:moveTo>
                <a:lnTo>
                  <a:pt x="16045204" y="0"/>
                </a:lnTo>
                <a:lnTo>
                  <a:pt x="16045204" y="4272035"/>
                </a:lnTo>
                <a:lnTo>
                  <a:pt x="0" y="42720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32428" y="1028700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5" y="0"/>
                </a:lnTo>
                <a:lnTo>
                  <a:pt x="7040755" y="2622681"/>
                </a:lnTo>
                <a:lnTo>
                  <a:pt x="0" y="26226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789">
            <a:off x="14366705" y="-550333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6"/>
                </a:lnTo>
                <a:lnTo>
                  <a:pt x="0" y="81860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984045">
            <a:off x="-7511735" y="4955889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70" y="0"/>
                </a:lnTo>
                <a:lnTo>
                  <a:pt x="8675570" y="9156273"/>
                </a:lnTo>
                <a:lnTo>
                  <a:pt x="0" y="9156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0789">
            <a:off x="-2849463" y="-5503332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6" y="0"/>
                </a:lnTo>
                <a:lnTo>
                  <a:pt x="7756326" y="8186096"/>
                </a:lnTo>
                <a:lnTo>
                  <a:pt x="0" y="81860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805336">
            <a:off x="694611" y="-163149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2"/>
                </a:lnTo>
                <a:lnTo>
                  <a:pt x="0" y="2268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4213150"/>
            <a:ext cx="15844483" cy="3327342"/>
          </a:xfrm>
          <a:custGeom>
            <a:avLst/>
            <a:gdLst/>
            <a:ahLst/>
            <a:cxnLst/>
            <a:rect r="r" b="b" t="t" l="l"/>
            <a:pathLst>
              <a:path h="3327342" w="15844483">
                <a:moveTo>
                  <a:pt x="0" y="0"/>
                </a:moveTo>
                <a:lnTo>
                  <a:pt x="15844483" y="0"/>
                </a:lnTo>
                <a:lnTo>
                  <a:pt x="15844483" y="3327342"/>
                </a:lnTo>
                <a:lnTo>
                  <a:pt x="0" y="332734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6428" y="508000"/>
            <a:ext cx="15844483" cy="93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1028700" y="1327410"/>
            <a:ext cx="7732618" cy="7930890"/>
          </a:xfrm>
          <a:custGeom>
            <a:avLst/>
            <a:gdLst/>
            <a:ahLst/>
            <a:cxnLst/>
            <a:rect r="r" b="b" t="t" l="l"/>
            <a:pathLst>
              <a:path h="7930890" w="7732618">
                <a:moveTo>
                  <a:pt x="0" y="0"/>
                </a:moveTo>
                <a:lnTo>
                  <a:pt x="7732618" y="0"/>
                </a:lnTo>
                <a:lnTo>
                  <a:pt x="7732618" y="7930890"/>
                </a:lnTo>
                <a:lnTo>
                  <a:pt x="0" y="79308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4446" y="1180787"/>
            <a:ext cx="7040756" cy="2622681"/>
          </a:xfrm>
          <a:custGeom>
            <a:avLst/>
            <a:gdLst/>
            <a:ahLst/>
            <a:cxnLst/>
            <a:rect r="r" b="b" t="t" l="l"/>
            <a:pathLst>
              <a:path h="2622681" w="7040756">
                <a:moveTo>
                  <a:pt x="0" y="0"/>
                </a:moveTo>
                <a:lnTo>
                  <a:pt x="7040756" y="0"/>
                </a:lnTo>
                <a:lnTo>
                  <a:pt x="7040756" y="2622682"/>
                </a:lnTo>
                <a:lnTo>
                  <a:pt x="0" y="26226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0789">
            <a:off x="-5738075" y="-5063240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984045">
            <a:off x="16219400" y="-4578137"/>
            <a:ext cx="8675569" cy="9156274"/>
          </a:xfrm>
          <a:custGeom>
            <a:avLst/>
            <a:gdLst/>
            <a:ahLst/>
            <a:cxnLst/>
            <a:rect r="r" b="b" t="t" l="l"/>
            <a:pathLst>
              <a:path h="9156274" w="8675569">
                <a:moveTo>
                  <a:pt x="0" y="0"/>
                </a:moveTo>
                <a:lnTo>
                  <a:pt x="8675569" y="0"/>
                </a:lnTo>
                <a:lnTo>
                  <a:pt x="8675569" y="9156274"/>
                </a:lnTo>
                <a:lnTo>
                  <a:pt x="0" y="91562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0789">
            <a:off x="5966752" y="-580589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805336">
            <a:off x="9372183" y="-1167916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416050">
            <a:off x="-4747867" y="6835864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144000" y="1545776"/>
            <a:ext cx="8457024" cy="11262381"/>
          </a:xfrm>
          <a:custGeom>
            <a:avLst/>
            <a:gdLst/>
            <a:ahLst/>
            <a:cxnLst/>
            <a:rect r="r" b="b" t="t" l="l"/>
            <a:pathLst>
              <a:path h="11262381" w="8457024">
                <a:moveTo>
                  <a:pt x="0" y="0"/>
                </a:moveTo>
                <a:lnTo>
                  <a:pt x="8457024" y="0"/>
                </a:lnTo>
                <a:lnTo>
                  <a:pt x="8457024" y="11262382"/>
                </a:lnTo>
                <a:lnTo>
                  <a:pt x="0" y="1126238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4446" y="4729164"/>
            <a:ext cx="15285818" cy="3916991"/>
          </a:xfrm>
          <a:custGeom>
            <a:avLst/>
            <a:gdLst/>
            <a:ahLst/>
            <a:cxnLst/>
            <a:rect r="r" b="b" t="t" l="l"/>
            <a:pathLst>
              <a:path h="3916991" w="15285818">
                <a:moveTo>
                  <a:pt x="0" y="0"/>
                </a:moveTo>
                <a:lnTo>
                  <a:pt x="15285818" y="0"/>
                </a:lnTo>
                <a:lnTo>
                  <a:pt x="15285818" y="3916991"/>
                </a:lnTo>
                <a:lnTo>
                  <a:pt x="0" y="391699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56841" y="1729233"/>
            <a:ext cx="589998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4.Debug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132" y="-2091690"/>
            <a:ext cx="18201736" cy="14470380"/>
          </a:xfrm>
          <a:custGeom>
            <a:avLst/>
            <a:gdLst/>
            <a:ahLst/>
            <a:cxnLst/>
            <a:rect r="r" b="b" t="t" l="l"/>
            <a:pathLst>
              <a:path h="14470380" w="18201736">
                <a:moveTo>
                  <a:pt x="0" y="0"/>
                </a:moveTo>
                <a:lnTo>
                  <a:pt x="18201736" y="0"/>
                </a:lnTo>
                <a:lnTo>
                  <a:pt x="18201736" y="14470380"/>
                </a:lnTo>
                <a:lnTo>
                  <a:pt x="0" y="144703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503874">
            <a:off x="14156503" y="7744576"/>
            <a:ext cx="4817894" cy="5084849"/>
          </a:xfrm>
          <a:custGeom>
            <a:avLst/>
            <a:gdLst/>
            <a:ahLst/>
            <a:cxnLst/>
            <a:rect r="r" b="b" t="t" l="l"/>
            <a:pathLst>
              <a:path h="5084849" w="4817894">
                <a:moveTo>
                  <a:pt x="0" y="0"/>
                </a:moveTo>
                <a:lnTo>
                  <a:pt x="4817894" y="0"/>
                </a:lnTo>
                <a:lnTo>
                  <a:pt x="4817894" y="5084848"/>
                </a:lnTo>
                <a:lnTo>
                  <a:pt x="0" y="50848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89414">
            <a:off x="-1719858" y="7325611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1752">
            <a:off x="10438761" y="1714600"/>
            <a:ext cx="3486013" cy="3575398"/>
          </a:xfrm>
          <a:custGeom>
            <a:avLst/>
            <a:gdLst/>
            <a:ahLst/>
            <a:cxnLst/>
            <a:rect r="r" b="b" t="t" l="l"/>
            <a:pathLst>
              <a:path h="3575398" w="3486013">
                <a:moveTo>
                  <a:pt x="0" y="0"/>
                </a:moveTo>
                <a:lnTo>
                  <a:pt x="3486013" y="0"/>
                </a:lnTo>
                <a:lnTo>
                  <a:pt x="3486013" y="3575397"/>
                </a:lnTo>
                <a:lnTo>
                  <a:pt x="0" y="35753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559260">
            <a:off x="5286113" y="377295"/>
            <a:ext cx="3903715" cy="6412674"/>
          </a:xfrm>
          <a:custGeom>
            <a:avLst/>
            <a:gdLst/>
            <a:ahLst/>
            <a:cxnLst/>
            <a:rect r="r" b="b" t="t" l="l"/>
            <a:pathLst>
              <a:path h="6412674" w="3903715">
                <a:moveTo>
                  <a:pt x="0" y="0"/>
                </a:moveTo>
                <a:lnTo>
                  <a:pt x="3903715" y="0"/>
                </a:lnTo>
                <a:lnTo>
                  <a:pt x="3903715" y="6412673"/>
                </a:lnTo>
                <a:lnTo>
                  <a:pt x="0" y="64126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61726" y="5398749"/>
            <a:ext cx="9135222" cy="3402870"/>
          </a:xfrm>
          <a:custGeom>
            <a:avLst/>
            <a:gdLst/>
            <a:ahLst/>
            <a:cxnLst/>
            <a:rect r="r" b="b" t="t" l="l"/>
            <a:pathLst>
              <a:path h="3402870" w="9135222">
                <a:moveTo>
                  <a:pt x="0" y="0"/>
                </a:moveTo>
                <a:lnTo>
                  <a:pt x="9135222" y="0"/>
                </a:lnTo>
                <a:lnTo>
                  <a:pt x="9135222" y="3402870"/>
                </a:lnTo>
                <a:lnTo>
                  <a:pt x="0" y="34028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370209">
            <a:off x="12014207" y="5825147"/>
            <a:ext cx="2558447" cy="2624048"/>
          </a:xfrm>
          <a:custGeom>
            <a:avLst/>
            <a:gdLst/>
            <a:ahLst/>
            <a:cxnLst/>
            <a:rect r="r" b="b" t="t" l="l"/>
            <a:pathLst>
              <a:path h="2624048" w="2558447">
                <a:moveTo>
                  <a:pt x="0" y="0"/>
                </a:moveTo>
                <a:lnTo>
                  <a:pt x="2558448" y="0"/>
                </a:lnTo>
                <a:lnTo>
                  <a:pt x="2558448" y="2624049"/>
                </a:lnTo>
                <a:lnTo>
                  <a:pt x="0" y="262404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858202" y="6081484"/>
            <a:ext cx="6542270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listening</a:t>
            </a:r>
          </a:p>
        </p:txBody>
      </p:sp>
      <p:sp>
        <p:nvSpPr>
          <p:cNvPr name="TextBox 10" id="10"/>
          <p:cNvSpPr txBox="true"/>
          <p:nvPr/>
        </p:nvSpPr>
        <p:spPr>
          <a:xfrm rot="160905">
            <a:off x="12670100" y="6110092"/>
            <a:ext cx="1256913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2244B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464386" y="2783318"/>
            <a:ext cx="5547169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2244B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Thanks</a:t>
            </a:r>
          </a:p>
        </p:txBody>
      </p:sp>
      <p:sp>
        <p:nvSpPr>
          <p:cNvPr name="TextBox 12" id="12"/>
          <p:cNvSpPr txBox="true"/>
          <p:nvPr/>
        </p:nvSpPr>
        <p:spPr>
          <a:xfrm rot="321752">
            <a:off x="10939869" y="2528423"/>
            <a:ext cx="2504272" cy="189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00"/>
              </a:lnSpc>
            </a:pPr>
            <a:r>
              <a:rPr lang="en-US" sz="11000">
                <a:solidFill>
                  <a:srgbClr val="F5F0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289414">
            <a:off x="13853834" y="-4323586"/>
            <a:ext cx="7756327" cy="8186097"/>
          </a:xfrm>
          <a:custGeom>
            <a:avLst/>
            <a:gdLst/>
            <a:ahLst/>
            <a:cxnLst/>
            <a:rect r="r" b="b" t="t" l="l"/>
            <a:pathLst>
              <a:path h="8186097" w="7756327">
                <a:moveTo>
                  <a:pt x="0" y="0"/>
                </a:moveTo>
                <a:lnTo>
                  <a:pt x="7756327" y="0"/>
                </a:lnTo>
                <a:lnTo>
                  <a:pt x="7756327" y="8186097"/>
                </a:lnTo>
                <a:lnTo>
                  <a:pt x="0" y="818609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3918257">
            <a:off x="16757895" y="-554502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8993957">
            <a:off x="-309747" y="8792039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833469">
            <a:off x="16757895" y="8817735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6503874">
            <a:off x="-2089361" y="-1925488"/>
            <a:ext cx="5426702" cy="5727389"/>
          </a:xfrm>
          <a:custGeom>
            <a:avLst/>
            <a:gdLst/>
            <a:ahLst/>
            <a:cxnLst/>
            <a:rect r="r" b="b" t="t" l="l"/>
            <a:pathLst>
              <a:path h="5727389" w="5426702">
                <a:moveTo>
                  <a:pt x="0" y="0"/>
                </a:moveTo>
                <a:lnTo>
                  <a:pt x="5426702" y="0"/>
                </a:lnTo>
                <a:lnTo>
                  <a:pt x="5426702" y="5727390"/>
                </a:lnTo>
                <a:lnTo>
                  <a:pt x="0" y="57273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10711682">
            <a:off x="-1036500" y="338916"/>
            <a:ext cx="2036394" cy="2268963"/>
          </a:xfrm>
          <a:custGeom>
            <a:avLst/>
            <a:gdLst/>
            <a:ahLst/>
            <a:cxnLst/>
            <a:rect r="r" b="b" t="t" l="l"/>
            <a:pathLst>
              <a:path h="2268963" w="2036394">
                <a:moveTo>
                  <a:pt x="0" y="0"/>
                </a:moveTo>
                <a:lnTo>
                  <a:pt x="2036394" y="0"/>
                </a:lnTo>
                <a:lnTo>
                  <a:pt x="2036394" y="2268963"/>
                </a:lnTo>
                <a:lnTo>
                  <a:pt x="0" y="226896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DAG2sPhICa0</dc:identifier>
  <dcterms:modified xsi:type="dcterms:W3CDTF">2011-08-01T06:04:30Z</dcterms:modified>
  <cp:revision>1</cp:revision>
  <dc:title>Computer Coding Presentation in a Bold Blue and Yellow Style</dc:title>
</cp:coreProperties>
</file>